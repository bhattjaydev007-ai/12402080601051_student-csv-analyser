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676fc11-23b3-a7e7-26e8-727e7e1f2a50}">
          <p14:sldIdLst>
            <p14:sldId id="256"/>
          </p14:sldIdLst>
        </p14:section>
        <p14:section name="Background" id="{fabaf8f9-dc70-1b4f-7003-7c42dcf91734}">
          <p14:sldIdLst>
            <p14:sldId id="257"/>
          </p14:sldIdLst>
        </p14:section>
        <p14:section name="Design" id="{8e6b6f7c-cd8c-6bf2-32ff-e963a7450be3}">
          <p14:sldIdLst>
            <p14:sldId id="258"/>
            <p14:sldId id="259"/>
          </p14:sldIdLst>
        </p14:section>
        <p14:section name="Reference Code" id="{d06ba20e-6a76-41ea-47c7-fe073171a5fb}">
          <p14:sldIdLst>
            <p14:sldId id="260"/>
            <p14:sldId id="261"/>
          </p14:sldIdLst>
        </p14:section>
        <p14:section name="Implementation" id="{d61e44e7-e2f6-51f3-914e-92e26f56a96b}">
          <p14:sldIdLst>
            <p14:sldId id="262"/>
          </p14:sldIdLst>
        </p14:section>
        <p14:section name="Results" id="{8bcb8ab1-19a6-29ff-1231-4233ed36548d}">
          <p14:sldIdLst>
            <p14:sldId id="263"/>
          </p14:sldIdLst>
        </p14:section>
        <p14:section name="Closing" id="{f08ea823-6bfb-8ef2-314f-d5adf0deea9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238"/>
                </a:solidFill>
                <a:latin typeface="+mn-lt"/>
              </a:rPr>
              <a:t>Average marks per subject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</c:v>
                </c:pt>
              </c:strCache>
            </c:strRef>
          </c:tx>
          <c:spPr>
            <a:solidFill>
              <a:srgbClr val="1B2A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Maths</c:v>
                  </c:pt>
                  <c:pt idx="1">
                    <c:v>Python</c:v>
                  </c:pt>
                  <c:pt idx="2">
                    <c:v>DBMS</c:v>
                  </c:pt>
                  <c:pt idx="3">
                    <c:v>Physics</c:v>
                  </c:pt>
                  <c:pt idx="4">
                    <c:v>English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67.67</c:v>
                </c:pt>
                <c:pt idx="1">
                  <c:v>67</c:v>
                </c:pt>
                <c:pt idx="2">
                  <c:v>67.5</c:v>
                </c:pt>
                <c:pt idx="3">
                  <c:v>67.77</c:v>
                </c:pt>
                <c:pt idx="4">
                  <c:v>68.07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238"/>
                </a:solidFill>
                <a:latin typeface="+mn-lt"/>
              </a:rPr>
              <a:t>Grade distribution (students)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B2A5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A+</c:v>
                  </c:pt>
                  <c:pt idx="1">
                    <c:v>A</c:v>
                  </c:pt>
                  <c:pt idx="2">
                    <c:v>B</c:v>
                  </c:pt>
                  <c:pt idx="3">
                    <c:v>C</c:v>
                  </c:pt>
                  <c:pt idx="4">
                    <c:v>D</c:v>
                  </c:pt>
                  <c:pt idx="5">
                    <c:v>E</c:v>
                  </c:pt>
                  <c:pt idx="6">
                    <c:v>F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IT logo" descr="/home/claude/in/logos/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777240" cy="640080"/>
          </a:xfrm>
          <a:prstGeom prst="rect">
            <a:avLst/>
          </a:prstGeom>
        </p:spPr>
      </p:pic>
      <p:pic>
        <p:nvPicPr>
          <p:cNvPr id="3" name="CVMU logo" descr="/home/claude/in/logos/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91440"/>
            <a:ext cx="640080" cy="640080"/>
          </a:xfrm>
          <a:prstGeom prst="rect">
            <a:avLst/>
          </a:prstGeom>
        </p:spPr>
      </p:pic>
      <p:sp>
        <p:nvSpPr>
          <p:cNvPr id="4" name="Header text"/>
          <p:cNvSpPr/>
          <p:nvPr/>
        </p:nvSpPr>
        <p:spPr>
          <a:xfrm>
            <a:off x="1280160" y="20116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Python Mini Project  |  Department of Information Technology</a:t>
            </a:r>
            <a:endParaRPr lang="en-US" sz="1200" dirty="0"/>
          </a:p>
        </p:txBody>
      </p:sp>
      <p:sp>
        <p:nvSpPr>
          <p:cNvPr id="5" name="Footer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Jaydev Bhatt  |  12402080601051  |  ADIT, CVM University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anel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ADIT logo" descr="/home/claude/in/logos/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777240" cy="640080"/>
          </a:xfrm>
          <a:prstGeom prst="rect">
            <a:avLst/>
          </a:prstGeom>
        </p:spPr>
      </p:pic>
      <p:pic>
        <p:nvPicPr>
          <p:cNvPr id="4" name="CVMU logo" descr="/home/claude/in/logos/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91440"/>
            <a:ext cx="640080" cy="640080"/>
          </a:xfrm>
          <a:prstGeom prst="rect">
            <a:avLst/>
          </a:prstGeom>
        </p:spPr>
      </p:pic>
      <p:sp>
        <p:nvSpPr>
          <p:cNvPr id="5" name="Header text"/>
          <p:cNvSpPr/>
          <p:nvPr/>
        </p:nvSpPr>
        <p:spPr>
          <a:xfrm>
            <a:off x="1280160" y="20116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Python Mini Project  |  Department of Information Technology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PYTHON MINI PROJECT SEMINAR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CSV Data Analyzer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Marks, grades, ranks and statistics from a single CSV file, in the terminal or the browser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548640" y="347472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263A7A"/>
          </a:solidFill>
          <a:ln w="12700">
            <a:solidFill>
              <a:srgbClr val="263A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520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Submitted by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Jaydev Bhatt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Enrolment No. 12402080601051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Subject: Python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B.Tech IT, ADIT, CVM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645920"/>
            <a:ext cx="39319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 sheets are calculated by hand or in a spreadsheet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Totals, grades and ranks are slow to compute and easy to get wrong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Bad rows (missing name, marks above 100) go unnoticed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754880" y="1645920"/>
            <a:ext cx="3931920" cy="29260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Read a marks CSV and skip invalid rows with a clear message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Calculate total, percentage, grade, status and rank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Report subject statistics, toppers and grade distribution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Serve a CLI and a web app from one logic file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Used and Architecture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DictReader and DictWriter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256032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Students, subjects, sorted()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6344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Students, stats, grade counts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766560" y="160020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Reused by both front ends</a:t>
            </a:r>
            <a:endParaRPr lang="en-US" sz="1300" dirty="0"/>
          </a:p>
        </p:txBody>
      </p:sp>
      <p:sp>
        <p:nvSpPr>
          <p:cNvPr id="15" name="Box students.csv"/>
          <p:cNvSpPr/>
          <p:nvPr/>
        </p:nvSpPr>
        <p:spPr>
          <a:xfrm>
            <a:off x="457200" y="320040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students.csv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Input data</a:t>
            </a:r>
            <a:endParaRPr lang="en-US" sz="1600" dirty="0"/>
          </a:p>
        </p:txBody>
      </p:sp>
      <p:sp>
        <p:nvSpPr>
          <p:cNvPr id="17" name="Box analyzer.py"/>
          <p:cNvSpPr/>
          <p:nvPr/>
        </p:nvSpPr>
        <p:spPr>
          <a:xfrm>
            <a:off x="3108960" y="320040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analyzer.py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All logic, standard library only</a:t>
            </a:r>
            <a:endParaRPr lang="en-US" sz="1600" dirty="0"/>
          </a:p>
        </p:txBody>
      </p:sp>
      <p:sp>
        <p:nvSpPr>
          <p:cNvPr id="19" name="Box cli.py"/>
          <p:cNvSpPr/>
          <p:nvPr/>
        </p:nvSpPr>
        <p:spPr>
          <a:xfrm>
            <a:off x="6858000" y="278892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cli.py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Terminal menu</a:t>
            </a:r>
            <a:endParaRPr lang="en-US" sz="1600" dirty="0"/>
          </a:p>
        </p:txBody>
      </p:sp>
      <p:sp>
        <p:nvSpPr>
          <p:cNvPr id="21" name="Box app.py"/>
          <p:cNvSpPr/>
          <p:nvPr/>
        </p:nvSpPr>
        <p:spPr>
          <a:xfrm>
            <a:off x="6858000" y="374904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app.py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Streamlit web app</a:t>
            </a:r>
            <a:endParaRPr lang="en-US" sz="1600" dirty="0"/>
          </a:p>
        </p:txBody>
      </p:sp>
      <p:sp>
        <p:nvSpPr>
          <p:cNvPr id="23" name="Arrow 1"/>
          <p:cNvSpPr/>
          <p:nvPr/>
        </p:nvSpPr>
        <p:spPr>
          <a:xfrm>
            <a:off x="2286000" y="3657600"/>
            <a:ext cx="8229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Arrow 2"/>
          <p:cNvSpPr/>
          <p:nvPr/>
        </p:nvSpPr>
        <p:spPr>
          <a:xfrm flipV="1">
            <a:off x="6035040" y="3657600"/>
            <a:ext cx="822960" cy="-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Arrow 3"/>
          <p:cNvSpPr/>
          <p:nvPr/>
        </p:nvSpPr>
        <p:spPr>
          <a:xfrm>
            <a:off x="6035040" y="3657600"/>
            <a:ext cx="82296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Pipeline, Input Rules and Grading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600200"/>
            <a:ext cx="15087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566928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read_csv_text()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2130552" y="1600200"/>
            <a:ext cx="15087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2240280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02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194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clean_rows()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3803904" y="1600200"/>
            <a:ext cx="15087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3913632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136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52544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49624" y="2194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add_results()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477256" y="1600200"/>
            <a:ext cx="15087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5586984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8698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25896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22976" y="2194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class_summary()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7150608" y="1600200"/>
            <a:ext cx="15087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 5"/>
          <p:cNvSpPr/>
          <p:nvPr/>
        </p:nvSpPr>
        <p:spPr>
          <a:xfrm>
            <a:off x="7260336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033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99248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/ export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96328" y="2194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results_to_csv()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457200" y="278892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CSV: roll_no, name, then one column per subject (out of 100)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Missing name, non-numeric or out-of-range marks: row skipped and reported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 mark is 40 in every subject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663440" y="278892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by percentage</a:t>
            </a:r>
            <a:endParaRPr lang="en-US" sz="1600" dirty="0"/>
          </a:p>
        </p:txBody>
      </p:sp>
      <p:sp>
        <p:nvSpPr>
          <p:cNvPr id="33" name="Grade chip"/>
          <p:cNvSpPr/>
          <p:nvPr/>
        </p:nvSpPr>
        <p:spPr>
          <a:xfrm>
            <a:off x="4846320" y="3291840"/>
            <a:ext cx="548640" cy="6858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3291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A+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90+</a:t>
            </a:r>
            <a:endParaRPr lang="en-US" sz="1500" dirty="0"/>
          </a:p>
        </p:txBody>
      </p:sp>
      <p:sp>
        <p:nvSpPr>
          <p:cNvPr id="35" name="Grade chip"/>
          <p:cNvSpPr/>
          <p:nvPr/>
        </p:nvSpPr>
        <p:spPr>
          <a:xfrm>
            <a:off x="5449824" y="3291840"/>
            <a:ext cx="548640" cy="6858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49824" y="3291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80</a:t>
            </a:r>
            <a:endParaRPr lang="en-US" sz="1500" dirty="0"/>
          </a:p>
        </p:txBody>
      </p:sp>
      <p:sp>
        <p:nvSpPr>
          <p:cNvPr id="37" name="Grade chip"/>
          <p:cNvSpPr/>
          <p:nvPr/>
        </p:nvSpPr>
        <p:spPr>
          <a:xfrm>
            <a:off x="6053328" y="3291840"/>
            <a:ext cx="548640" cy="6858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53328" y="3291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70</a:t>
            </a:r>
            <a:endParaRPr lang="en-US" sz="1500" dirty="0"/>
          </a:p>
        </p:txBody>
      </p:sp>
      <p:sp>
        <p:nvSpPr>
          <p:cNvPr id="39" name="Grade chip"/>
          <p:cNvSpPr/>
          <p:nvPr/>
        </p:nvSpPr>
        <p:spPr>
          <a:xfrm>
            <a:off x="6656832" y="3291840"/>
            <a:ext cx="548640" cy="6858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56832" y="3291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60</a:t>
            </a:r>
            <a:endParaRPr lang="en-US" sz="1500" dirty="0"/>
          </a:p>
        </p:txBody>
      </p:sp>
      <p:sp>
        <p:nvSpPr>
          <p:cNvPr id="41" name="Grade chip"/>
          <p:cNvSpPr/>
          <p:nvPr/>
        </p:nvSpPr>
        <p:spPr>
          <a:xfrm>
            <a:off x="7260336" y="3291840"/>
            <a:ext cx="548640" cy="6858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60336" y="3291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50</a:t>
            </a:r>
            <a:endParaRPr lang="en-US" sz="1500" dirty="0"/>
          </a:p>
        </p:txBody>
      </p:sp>
      <p:sp>
        <p:nvSpPr>
          <p:cNvPr id="43" name="Grade chip"/>
          <p:cNvSpPr/>
          <p:nvPr/>
        </p:nvSpPr>
        <p:spPr>
          <a:xfrm>
            <a:off x="7863840" y="3291840"/>
            <a:ext cx="548640" cy="6858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0" y="3291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40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846320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Any subject below 40 means Fail and grade F. Rank 1 is the highest total.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Code: Grades and Results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554480"/>
            <a:ext cx="8229600" cy="2971800"/>
          </a:xfrm>
          <a:prstGeom prst="roundRect">
            <a:avLst>
              <a:gd name="adj" fmla="val 2462"/>
            </a:avLst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64208"/>
            <a:ext cx="786384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GRADE_SCALE = [(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"A+"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(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(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(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(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(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get_grade(percentage):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limit, grade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GRADE_SCALE: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percentage &gt;= limit: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add_results(students, subjects):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marks = [s[sub]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sum(marks)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"percentage"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round(s[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/ (len(subjects) * MAX_MARKS) * 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"failed_in"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[sub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subjects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s[sub] &lt; PASS_MARK]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"failed_in"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"grade"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get_grade(s[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"percentage"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"F"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analyzer.py (original code, docstrings trimmed, rank step omitted)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Code: Statistics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554480"/>
            <a:ext cx="8229600" cy="2971800"/>
          </a:xfrm>
          <a:prstGeom prst="roundRect">
            <a:avLst>
              <a:gd name="adj" fmla="val 2462"/>
            </a:avLst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64208"/>
            <a:ext cx="786384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subject_stats(students, subjects):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stats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marks = [s[sub]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stats[sub]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"average"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round(sum(marks) / len(marks), 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"highest"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max(marks),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"lowest"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min(marks),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"pass_rate"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round(len([m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&gt;= PASS_MARK]) / len(marks) * 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top_students(students, n=</a:t>
            </a:r>
            <a:pPr indent="0" marL="0">
              <a:buNone/>
            </a:pPr>
            <a:r>
              <a:rPr lang="en-US" sz="1000" dirty="0">
                <a:solidFill>
                  <a:srgbClr val="F29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sorted(students, key=lambda s: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reverse=True)[:n]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failed_students(students):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[s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 </a:t>
            </a:r>
            <a:pPr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s[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buNone/>
            </a:pPr>
            <a:r>
              <a:rPr lang="en-US" sz="1000" dirty="0">
                <a:solidFill>
                  <a:srgbClr val="9A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"Fail"</a:t>
            </a:r>
            <a:pPr indent="0" marL="0">
              <a:buNone/>
            </a:pPr>
            <a:r>
              <a:rPr lang="en-US" sz="10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analyzer.py (original code, docstrings trimmed). Full source is in the project folder.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Front Ends, One Logic File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cli.py</a:t>
            </a:r>
            <a:endParaRPr lang="en-US" sz="1300" dirty="0"/>
          </a:p>
        </p:txBody>
      </p:sp>
      <p:sp>
        <p:nvSpPr>
          <p:cNvPr id="4" name="Terminal"/>
          <p:cNvSpPr/>
          <p:nvPr/>
        </p:nvSpPr>
        <p:spPr>
          <a:xfrm>
            <a:off x="457200" y="187452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Student CSV Data Analyzer =====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Show all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Class summary and subject statistics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Top 5 students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Failed students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Grade distribution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Search student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Save results to results.csv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Exit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Choose: _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937760" y="1874520"/>
            <a:ext cx="37490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01168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 any CSV or use the bundled sample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Metrics: students, average, pass %, highest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Tabs: All results, Subjects, Toppers &amp; Fails, Grades, Search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Charts and a results.csv download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Sample Data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554480"/>
            <a:ext cx="19659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students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560320" y="1554480"/>
            <a:ext cx="19659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67.6%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class average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554480"/>
            <a:ext cx="19659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pass percentage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766560" y="1554480"/>
            <a:ext cx="19659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highest score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2788920"/>
          <a:ext cx="4023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63440" y="2788920"/>
          <a:ext cx="4023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Toppers, Failures and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4023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777240"/>
                <a:gridCol w="777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Hetal Patel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91.2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Sara Trivedi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90.6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Rohan Vyas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89.2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(3 students)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Failed 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 Vyas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Isha Desai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maths, physics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Kabir Solanki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maths, dbms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4663440" y="1554480"/>
            <a:ext cx="402336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846320" y="2011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Fixed 100 marks and pass mark of 40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CSV input only, nothing stored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84632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Configurable marks and pass mark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Excel import, PDF report cards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Database and semester comparison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AF5"/>
                </a:solidFill>
              </a:rPr>
              <a:t>Turns a raw marks CSV into ranked results and class statistics in seconds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AF5"/>
                </a:solidFill>
              </a:rPr>
              <a:t>Shows CSV, lists, dictionaries and functions working together in one project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AF5"/>
                </a:solidFill>
              </a:rPr>
              <a:t>One logic file serves both a CLI and a Streamlit web app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Jaydev Bhatt  |  12402080601051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V Analyzer">
  <a:themeElements>
    <a:clrScheme name="CSV Analyzer">
      <a:dk1>
        <a:srgbClr val="1A2238"/>
      </a:dk1>
      <a:lt1>
        <a:srgbClr val="FFFFFF"/>
      </a:lt1>
      <a:dk2>
        <a:srgbClr val="1B2A5C"/>
      </a:dk2>
      <a:lt2>
        <a:srgbClr val="EEF2FA"/>
      </a:lt2>
      <a:accent1>
        <a:srgbClr val="1B2A5C"/>
      </a:accent1>
      <a:accent2>
        <a:srgbClr val="E8A317"/>
      </a:accent2>
      <a:accent3>
        <a:srgbClr val="2A9D8F"/>
      </a:accent3>
      <a:accent4>
        <a:srgbClr val="D1495B"/>
      </a:accent4>
      <a:accent5>
        <a:srgbClr val="5C6BC0"/>
      </a:accent5>
      <a:accent6>
        <a:srgbClr val="7A869A"/>
      </a:accent6>
      <a:hlink>
        <a:srgbClr val="1B2A5C"/>
      </a:hlink>
      <a:folHlink>
        <a:srgbClr val="7A869A"/>
      </a:folHlink>
    </a:clrScheme>
    <a:fontScheme name="CSV Analyz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CSV Data Analyzer</dc:title>
  <dc:subject>PptxGenJS Presentation</dc:subject>
  <dc:creator>Jaydev Bhatt</dc:creator>
  <cp:lastModifiedBy>Jaydev Bhatt</cp:lastModifiedBy>
  <cp:revision>1</cp:revision>
  <dcterms:created xsi:type="dcterms:W3CDTF">2026-10-26T13:55:23Z</dcterms:created>
  <dcterms:modified xsi:type="dcterms:W3CDTF">2026-10-26T13:55:23Z</dcterms:modified>
</cp:coreProperties>
</file>